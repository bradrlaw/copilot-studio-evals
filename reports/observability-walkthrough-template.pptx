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4241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&lt;AGENT_NAME&gt; Observability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06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8F1FB"/>
                </a:solidFill>
                <a:latin typeface="Aptos"/>
              </a:rPr>
              <a:t>Operational health, tool performance, and conversation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86200"/>
            <a:ext cx="749807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Environment: &lt;ENVIRONMENT&gt;
Telemetry resource: &lt;APPLICATION_INSIGHTS_RESOURCE&gt;
Presenter: &lt;OWNER&gt; | Date: &lt;DATE&gt;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5212080"/>
            <a:ext cx="1600200" cy="438912"/>
          </a:xfrm>
          <a:prstGeom prst="rect">
            <a:avLst/>
          </a:prstGeom>
          <a:solidFill>
            <a:srgbClr val="E8F1FB"/>
          </a:solidFill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72B4D"/>
                </a:solidFill>
                <a:latin typeface="Aptos"/>
              </a:rPr>
              <a:t>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Objectives and audience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Questions this walkthrough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Is the agent available and completing requests?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Which tools run most often and fail most often?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Where is latency concentrated?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Can support trace a user or conversation?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Which signals are unavailable or approximate?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Primary audiences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Agent product and engineering owners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Operations and support teams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Platform and integration teams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Security and privacy reviewers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Release and service 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Telemetry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148840" cy="1234440"/>
          </a:xfrm>
          <a:prstGeom prst="roundRect">
            <a:avLst/>
          </a:prstGeom>
          <a:solidFill>
            <a:srgbClr val="E8F1FB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450592"/>
            <a:ext cx="19202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72B4D"/>
                </a:solidFill>
                <a:latin typeface="Aptos"/>
              </a:rPr>
              <a:t>Copilot Studio
and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2928" y="24688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66CC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48840"/>
            <a:ext cx="2148840" cy="1234440"/>
          </a:xfrm>
          <a:prstGeom prst="roundRect">
            <a:avLst/>
          </a:prstGeom>
          <a:solidFill>
            <a:srgbClr val="F3F5F7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2450592"/>
            <a:ext cx="19202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72B4D"/>
                </a:solidFill>
                <a:latin typeface="Aptos"/>
              </a:rPr>
              <a:t>Application Insights
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68" y="24688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66C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148840"/>
            <a:ext cx="2148840" cy="1234440"/>
          </a:xfrm>
          <a:prstGeom prst="roundRect">
            <a:avLst/>
          </a:prstGeom>
          <a:solidFill>
            <a:srgbClr val="E8F1FB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2450592"/>
            <a:ext cx="19202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72B4D"/>
                </a:solidFill>
                <a:latin typeface="Aptos"/>
              </a:rPr>
              <a:t>KQL normalization
and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4688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66C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148840"/>
            <a:ext cx="2148840" cy="1234440"/>
          </a:xfrm>
          <a:prstGeom prst="roundRect">
            <a:avLst/>
          </a:prstGeom>
          <a:solidFill>
            <a:srgbClr val="F3F5F7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2450592"/>
            <a:ext cx="19202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72B4D"/>
                </a:solidFill>
                <a:latin typeface="Aptos"/>
              </a:rPr>
              <a:t>Workbooks, alerts,
and 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33087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7242B"/>
                </a:solidFill>
                <a:latin typeface="Aptos"/>
              </a:rPr>
              <a:t>Document exact event names, dimensions, retention, and correlation confidence for this environment.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DASHBOARD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Operational health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Request and conversation volume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Success, failure, and error trends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Latency p50, p95, and p99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Top tools by calls and failures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Trend comparison with the prior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Selected time range and agent filters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Definitions of calls, failures, and latency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Alert or service-level thresholds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Expected traffic and known seasonality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Data freshness and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DASHBOARD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Conversation 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Investigation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Find the user or conversation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Review ordered user and agent messages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Overlay tool calls and durations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Identify errors, retries, and long waits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Capture evidence without exposing sensitive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Correlation caveats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State which joins are exact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Label timestamp-window matches as approximate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Account for overlapping conversations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Distinguish tool latency from end-to-end latency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Record missing identifiers as telemetry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Cost, tokens, and capacity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Available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&lt;Token usage by model, if emitted&gt;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&lt;Capacity or billed-message metrics&gt;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&lt;Owned model or integration costs&gt;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&lt;Request-volume proxy&gt;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&lt;Current pricing source and date&gt;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Limitations to disclose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Copilot Studio may not emit token counts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Pricing is configuration, not telemetry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Regional and provisioned pricing can differ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Conversation IDs may vary by source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Never report unsupported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Operational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When a metric breaches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Confirm scope, time range, and data freshness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Segment by agent, tool, channel, and version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Inspect representative failed conversations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Check dependent services and permissions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Open an incident with reproducible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Agent behavior: &lt;OWNER&gt;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Tool or integration: &lt;OWNER&gt;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Platform and telemetry: &lt;OWNER&gt;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Security and privacy: &lt;OWNER&gt;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Escalation path: &lt;PROCESS_OR_LINK&gt;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Rollout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Before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Verify telemetry schema with discovery queries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Set retention and access controls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Publish workbooks and saved queries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Define thresholds and alert ownership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Test a known synthetic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Ongoing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Review health and quality together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Revalidate queries after platform changes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Update pricing and thresholds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Promote incident patterns into evaluations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Remove sensitive exports when retention 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Observability Walkthrough Template</dc:title>
  <dc:subject>Generic Copilot Studio observability walkthrough template</dc:subject>
  <dc:creator>Copilot Studio Evaluation Framework</dc:creator>
  <cp:keywords>Copilot Studio, evaluation, template</cp:keywords>
  <dc:description>Generic template generated from synthetic placeholder content.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